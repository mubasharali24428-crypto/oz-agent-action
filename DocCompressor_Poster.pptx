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11640312" cy="658368"/>
          </a:xfrm>
          <a:prstGeom prst="rect">
            <a:avLst>
              <a:gd name="adj" fmla="val 6944"/>
            </a:avLst>
          </a:prstGeom>
          <a:solidFill>
            <a:srgbClr val="112233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DocCompressor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0" y="155448"/>
            <a:ext cx="4572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Smart. Fast. Lossless.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3840480" cy="1325880"/>
          </a:xfrm>
          <a:prstGeom prst="rect">
            <a:avLst>
              <a:gd name="adj" fmla="val 5517"/>
            </a:avLst>
          </a:prstGeom>
          <a:solidFill>
            <a:srgbClr val="112233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601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Project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DocCompressor is a command-line tool that compresses documents in Image, PDF, and Text formats. It supports both Simple and Aggressive compression modes and can be deployed entirely on a local terminal without any cloud dependency.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2359152"/>
            <a:ext cx="3840480" cy="4297680"/>
          </a:xfrm>
          <a:prstGeom prst="rect">
            <a:avLst>
              <a:gd name="adj" fmla="val 1905"/>
            </a:avLst>
          </a:prstGeom>
          <a:solidFill>
            <a:srgbClr val="0A1525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4048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&amp; Logic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" y="2724912"/>
            <a:ext cx="373075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Validation: Accepts only .txt, .pdf, .jpg, .jpeg, .png, and .bmp files; rejects all unsupported formats.</a:t>
            </a:r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Compression: Applies standard zlib DEFLATE on text files and baseline JPEG/PNG reduction on images with quality ≥ 70.</a:t>
            </a:r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Compression: Iteratively reduces quality/bitrate in decreasing steps, targeting ≥ 60% size reduction while preserving readability.</a:t>
            </a:r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Handling: Extracts embedded text and images, compresses each component, then re-packages them into a new PDF.</a:t>
            </a:r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Avoidance: Output filenames are auto-suffixed (_compressed) to prevent overwriting originals.</a:t>
            </a:r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Reporting: Prints original size, compressed size, and compression ratio after every operation.</a:t>
            </a:r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Handling: Gracefully catches corrupt files, permission errors, and memory limits; logs descriptive messages without crashing.</a:t>
            </a:r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Interface: Single-command usage — `doccompressor &lt;mode&gt; &lt;file&gt;` — no GUI or internet required.</a:t>
            </a:r>
            <a:pPr algn="l">
              <a:spcBef>
                <a:spcPts val="500"/>
              </a:spcBef>
            </a:pPr>
            <a:r>
              <a:rPr lang="en-US" sz="85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Pipeline: Each format (text/image/pdf) is handled by an independent compressor module for easy extensibility.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343400" y="914400"/>
            <a:ext cx="7543800" cy="1645920"/>
          </a:xfrm>
          <a:prstGeom prst="rect">
            <a:avLst>
              <a:gd name="adj" fmla="val 4444"/>
            </a:avLst>
          </a:prstGeom>
          <a:solidFill>
            <a:srgbClr val="112233"/>
          </a:solidFill>
          <a:ln w="19050">
            <a:solidFill>
              <a:srgbClr val="00B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96012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0" y="1261872"/>
            <a:ext cx="7406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spcBef>
                <a:spcPts val="300"/>
              </a:spcBef>
            </a:pPr>
            <a:r>
              <a:rPr lang="en-US" sz="9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document file sizes to optimise storage and bandwidth.</a:t>
            </a:r>
            <a:pPr algn="l">
              <a:spcBef>
                <a:spcPts val="300"/>
              </a:spcBef>
            </a:pPr>
            <a:r>
              <a:rPr lang="en-US" sz="9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multi-format input: Images (JPG/PNG/BMP), PDF, and plain Text.</a:t>
            </a:r>
            <a:pPr algn="l">
              <a:spcBef>
                <a:spcPts val="300"/>
              </a:spcBef>
            </a:pPr>
            <a:r>
              <a:rPr lang="en-US" sz="9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two compression levels — Simple &amp; Aggressive — selectable via CLI.</a:t>
            </a:r>
            <a:pPr algn="l">
              <a:spcBef>
                <a:spcPts val="300"/>
              </a:spcBef>
            </a:pPr>
            <a:r>
              <a:rPr lang="en-US" sz="9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fully local, offline deployment with zero cloud dependency.</a:t>
            </a:r>
            <a:pPr algn="l">
              <a:spcBef>
                <a:spcPts val="300"/>
              </a:spcBef>
            </a:pPr>
            <a:r>
              <a:rPr lang="en-US" sz="9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clear compression metrics (size before/after, ratio) per operation.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43400" y="2679192"/>
            <a:ext cx="7543800" cy="3063240"/>
          </a:xfrm>
          <a:prstGeom prst="rect">
            <a:avLst>
              <a:gd name="adj" fmla="val 2985"/>
            </a:avLst>
          </a:prstGeom>
          <a:solidFill>
            <a:srgbClr val="111111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43400" y="2679192"/>
            <a:ext cx="7543800" cy="256032"/>
          </a:xfrm>
          <a:prstGeom prst="rect">
            <a:avLst/>
          </a:prstGeom>
          <a:solidFill>
            <a:srgbClr val="2C2C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3984" y="272948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17720" y="272948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1456" y="272948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683764"/>
            <a:ext cx="6858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 —  DocCompressor  v1.0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434840" y="2971800"/>
            <a:ext cx="7315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doccompressor --help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DocCompressor v1.0  —  Local Document Compression Tool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Usage:  doccompressor &lt;mode&gt; &lt;file&gt;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Modes:  simple | aggressive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Formats: .txt  .pdf  .jpg  .jpeg  .png  .bmp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doccompressor aggressive report.pdf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[✔] Input  : report.pdf  (4.82 MB)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EBC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[▶] Extracting text &amp; images ...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EBC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[▶] Compressing with aggressive mode ...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8C8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[✔] Output : report_compressed.pdf  (1.67 MB)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8C8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[✔] Ratio  : 65.4% reduction  ──  Done!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_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9464040" y="3090672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9811512" y="3108960"/>
            <a:ext cx="2011680" cy="164592"/>
          </a:xfrm>
          <a:prstGeom prst="rect">
            <a:avLst>
              <a:gd name="adj" fmla="val 22222"/>
            </a:avLst>
          </a:prstGeom>
          <a:solidFill>
            <a:srgbClr val="222222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11512" y="3108960"/>
            <a:ext cx="905256" cy="164592"/>
          </a:xfrm>
          <a:prstGeom prst="rect">
            <a:avLst>
              <a:gd name="adj" fmla="val 22222"/>
            </a:avLst>
          </a:prstGeom>
          <a:solidFill>
            <a:srgbClr val="2244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11512" y="3108960"/>
            <a:ext cx="211226" cy="164592"/>
          </a:xfrm>
          <a:prstGeom prst="rect">
            <a:avLst>
              <a:gd name="adj" fmla="val 22222"/>
            </a:avLst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868912" y="3090672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-77%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811512" y="329184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1.8MB → 0.42MB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464040" y="3776472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0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811512" y="3794760"/>
            <a:ext cx="2011680" cy="164592"/>
          </a:xfrm>
          <a:prstGeom prst="rect">
            <a:avLst>
              <a:gd name="adj" fmla="val 22222"/>
            </a:avLst>
          </a:prstGeom>
          <a:solidFill>
            <a:srgbClr val="222222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11512" y="3794760"/>
            <a:ext cx="1760220" cy="164592"/>
          </a:xfrm>
          <a:prstGeom prst="rect">
            <a:avLst>
              <a:gd name="adj" fmla="val 22222"/>
            </a:avLst>
          </a:prstGeom>
          <a:solidFill>
            <a:srgbClr val="2244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11512" y="3794760"/>
            <a:ext cx="613562" cy="164592"/>
          </a:xfrm>
          <a:prstGeom prst="rect">
            <a:avLst>
              <a:gd name="adj" fmla="val 22222"/>
            </a:avLst>
          </a:prstGeom>
          <a:solidFill>
            <a:srgbClr val="00B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68912" y="3776472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-65%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811512" y="397764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3.5MB → 1.22MB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9464040" y="4462272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9811512" y="4480560"/>
            <a:ext cx="2011680" cy="164592"/>
          </a:xfrm>
          <a:prstGeom prst="rect">
            <a:avLst>
              <a:gd name="adj" fmla="val 22222"/>
            </a:avLst>
          </a:prstGeom>
          <a:solidFill>
            <a:srgbClr val="222222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11512" y="4480560"/>
            <a:ext cx="1408176" cy="164592"/>
          </a:xfrm>
          <a:prstGeom prst="rect">
            <a:avLst>
              <a:gd name="adj" fmla="val 22222"/>
            </a:avLst>
          </a:prstGeom>
          <a:solidFill>
            <a:srgbClr val="2244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11512" y="4480560"/>
            <a:ext cx="362102" cy="164592"/>
          </a:xfrm>
          <a:prstGeom prst="rect">
            <a:avLst>
              <a:gd name="adj" fmla="val 22222"/>
            </a:avLst>
          </a:prstGeom>
          <a:solidFill>
            <a:srgbClr val="7FDB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68912" y="4462272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-74%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9811512" y="466344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2.8MB → 0.72MB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9418320" y="290779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Results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343400" y="5833872"/>
            <a:ext cx="7543800" cy="822960"/>
          </a:xfrm>
          <a:prstGeom prst="rect">
            <a:avLst>
              <a:gd name="adj" fmla="val 6667"/>
            </a:avLst>
          </a:prstGeom>
          <a:solidFill>
            <a:srgbClr val="0A1525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34840" y="5870448"/>
            <a:ext cx="7360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    </a:t>
            </a:r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Instructor: 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Eisha Nawaz    </a:t>
            </a:r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Department: 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Robotics and AI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2026-03-03T15:26:19Z</dcterms:created>
  <dcterms:modified xsi:type="dcterms:W3CDTF">2026-03-03T15:26:19Z</dcterms:modified>
</cp:coreProperties>
</file>